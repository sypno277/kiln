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Sz cx="9144000" cy="5143500"/>
</p:presentation>
</file>

<file path=ppt/slides/slide1.xml><?xml version="1.0" encoding="utf-8"?>
<p:sld xmlns:p="http://schemas.openxmlformats.org/presentationml/2006/main" xmlns:a="http://schemas.openxmlformats.org/drawingml/2006/main">
  <p:cSld>
    <p:spTree>
      <p:sp>
        <p:spPr>
          <a:xfrm>
            <a:off x="500000" y="500000"/>
            <a:ext cx="8000000" cy="800000"/>
          </a:xfrm>
        </p:spPr>
        <p:txBody>
          <a:bodyPr wrap="none"/>
          <a:p>
            <a:r>
              <a:rPr sz="2800" b="1">
                <a:latin typeface="Arial"/>
              </a:rPr>
              <a:t>Torture Slide Title</a:t>
            </a:r>
          </a:p>
        </p:txBody>
      </p:sp>
      <p:sp>
        <p:spPr>
          <a:xfrm>
            <a:off x="500000" y="1500000"/>
            <a:ext cx="8000000" cy="600000"/>
          </a:xfrm>
        </p:spPr>
        <p:txBody>
          <a:bodyPr wrap="none"/>
          <a:p>
            <a:r>
              <a:rPr sz="1800">
                <a:solidFill>
                  <a:srgbClr val="E11D48"/>
                </a:solidFill>
                <a:latin typeface="Times New Roman"/>
              </a:rPr>
              <a:t>Torture Slide Subtitle in Red Times New Roman</a:t>
            </a:r>
          </a:p>
        </p:txBody>
      </p:sp>
    </p:spTree>
  </p:cSld>
</p:sld>
</file>