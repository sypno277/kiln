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DD5-0CAD-B20A-4453-DD1709AE5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75EBC-85D6-5867-1834-A50201ACA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1B1-1369-3860-0480-BD555575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ADF9-99B8-9D2C-ABDC-D160B48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76CF2-5607-FA4F-A6D2-251C0EC1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DC52-8B39-B87E-6321-0E75A61A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9E3A-9EC8-4EDB-A9B4-B7AE403D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FE82-B7D0-8CCA-7239-B3C0BFE3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0CB1-C28A-1EA4-75DA-F1690B11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FA09-B3A3-059E-6EB6-D6973ABB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45F-08FE-83D1-E9B7-30A46692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EC557-5974-9D58-153F-47A63E95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48F0-AE00-F07C-2FCB-A3A3BE12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E0B0-3402-E558-EB18-54D766E5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9ABF-5579-31CA-E68B-2FBA691E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9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4AAD-38FC-D8F2-1BD8-DF172CD0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C8-2159-F7DE-1D64-71DE88E5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822D5-7E8E-BD02-1F2E-32628790C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65710-043F-F650-7E9A-E6592C88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AD5E-7583-7B23-7727-16162E97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21AA-24B7-D708-4FA8-8BD5C668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BAC2-A1BA-73C4-01A9-4055C73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24E6-E398-7696-BF96-754873B4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9C9E1-9787-0912-6FA7-376D67C3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2FBDE-9B81-D193-FF96-1792B2C47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CFED2-CD1F-F169-8DF8-78AB96C34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9D82B-AEAE-7D7C-2DBA-D7E9371C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AC4F9-1C86-A7A2-5F80-89E4DD4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2918D-EAEF-06F2-9988-658F042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4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7FE-162B-3479-236C-4E9F27B9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142CD-8FC0-82EA-44D2-6374378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B238F-B71C-FCA5-CC94-B02E766F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18BE0-8CA3-EF90-6217-2798E62F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3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02817-24E8-2A2E-133F-7EA42034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5ED1-14EC-F716-536E-1504CAA9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A853E-F1C7-1F43-3FA0-12765FB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B94E-3480-8323-25B9-67B46EA2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196F-42B2-6D39-993D-4AF060EC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FDF2-5EDC-C3C8-8E55-2943619B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63CD-2A24-42EE-D906-F8EE8081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BE7F3-E279-5433-A357-55E05AC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40F5E-C592-9710-7ED0-19E6DA61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14EB-A835-1A13-7709-5C349C60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BFC1-F506-A9C2-AD3B-C7E026B88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F148-B96A-FA51-B7B1-84A9D53F1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86CFE-F660-3AC4-6B00-9C1575F5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5DB72-EE54-F3AC-AB6B-318DE3FE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55661-ED84-3D54-3E70-027B9F74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6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6873-9778-8CCF-BFA4-121C3FE9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8292-8192-9AAA-BCC7-6C377915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2E68-41EB-F3A6-F025-F2207099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A90A9-B227-14EE-AACC-C10836B8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6B16F-F7FA-BF76-65A5-76D4624E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9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F521D-B6EF-9DC9-3EC6-8D23545AF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01AD1-44C3-EF03-76D6-EA4CAFF8D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89F2-FD7A-CF5A-86FB-9D5FC911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D6BC-493E-B4DA-3305-BEEB9A0E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9F50-FA2A-3F5B-7C49-38F6228D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C6E37-2D43-72B1-04EE-66065B46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9538-7A10-16A8-6A5B-0ED70DEDD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A440-5032-F8BA-AF4C-DB16A1763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0D7EA-0DA8-2A6F-9773-F729991D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91D9-99B7-CF40-24D5-9A27A4904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3"/>
          <p:cNvSpPr txBox="1"/>
          <p:nvPr/>
        </p:nvSpPr>
        <p:spPr>
          <a:xfrm>
            <a:off x="508000" y="482600"/>
            <a:ext cx="4208475" cy="3302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2400" b="1" i="0">
                <a:latin typeface="Arial"/>
                <a:solidFill>
                  <a:srgbClr val="2463EB"/>
                </a:solidFill>
              </a:rPr>
              <a:t>Typography Test Document</a:t>
            </a:r>
          </a:p>
        </p:txBody>
      </p:sp>
      <p:sp>
        <p:nvSpPr>
          <p:cNvPr id="3" name="Item 4"/>
          <p:cNvSpPr txBox="1"/>
          <p:nvPr/>
        </p:nvSpPr>
        <p:spPr>
          <a:xfrm>
            <a:off x="508000" y="1028700"/>
            <a:ext cx="3321914" cy="2286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600" b="0" i="0">
                <a:latin typeface="Times New Roman"/>
                <a:solidFill>
                  <a:srgbClr val="1F293B"/>
                </a:solidFill>
              </a:rPr>
              <a:t>Section Subtitle in Times Roman Serif</a:t>
            </a:r>
          </a:p>
        </p:txBody>
      </p:sp>
      <p:sp>
        <p:nvSpPr>
          <p:cNvPr id="4" name="Item 5"/>
          <p:cNvSpPr txBox="1"/>
          <p:nvPr/>
        </p:nvSpPr>
        <p:spPr>
          <a:xfrm>
            <a:off x="508000" y="1536700"/>
            <a:ext cx="3279140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latin typeface="Courier New"/>
                <a:solidFill>
                  <a:srgbClr val="333333"/>
                </a:solidFill>
              </a:rPr>
              <a:t>const apiKey = "sec_9876543210_live";</a:t>
            </a:r>
          </a:p>
        </p:txBody>
      </p:sp>
      <p:sp>
        <p:nvSpPr>
          <p:cNvPr id="5" name="Item 6"/>
          <p:cNvSpPr txBox="1"/>
          <p:nvPr/>
        </p:nvSpPr>
        <p:spPr>
          <a:xfrm>
            <a:off x="635000" y="2171700"/>
            <a:ext cx="4905108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latin typeface="Arial"/>
                <a:solidFill>
                  <a:srgbClr val="E01C47"/>
                </a:solidFill>
                <a:highlight>
                  <a:srgbClr val="FCF08A"/>
                </a:highlight>
              </a:rPr>
              <a:t>WARNING: This important alert text has a yellow highlight background.</a:t>
            </a:r>
          </a:p>
        </p:txBody>
      </p:sp>
      <p:sp>
        <p:nvSpPr>
          <p:cNvPr id="6" name="Item 7"/>
          <p:cNvSpPr txBox="1"/>
          <p:nvPr/>
        </p:nvSpPr>
        <p:spPr>
          <a:xfrm>
            <a:off x="508000" y="2806700"/>
            <a:ext cx="3850373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1">
                <a:latin typeface="Arial"/>
                <a:solidFill>
                  <a:srgbClr val="404040"/>
                </a:solidFill>
              </a:rPr>
              <a:t>This body sentence is set in italic oblique text for emphasis.</a:t>
            </a:r>
          </a:p>
        </p:txBody>
      </p:sp>
      <p:sp>
        <p:nvSpPr>
          <p:cNvPr id="7" name="Item 8"/>
          <p:cNvSpPr txBox="1"/>
          <p:nvPr/>
        </p:nvSpPr>
        <p:spPr>
          <a:xfrm>
            <a:off x="508000" y="3187700"/>
            <a:ext cx="3325101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latin typeface="Times New Roman"/>
                <a:solidFill>
                  <a:srgbClr val="1A1A1A"/>
                </a:solidFill>
              </a:rPr>
              <a:t>Key Principle: Body text at 11pt should remain bold.</a:t>
            </a:r>
          </a:p>
        </p:txBody>
      </p:sp>
      <p:sp>
        <p:nvSpPr>
          <p:cNvPr id="8" name="Item 9"/>
          <p:cNvSpPr txBox="1"/>
          <p:nvPr/>
        </p:nvSpPr>
        <p:spPr>
          <a:xfrm>
            <a:off x="508000" y="3860800"/>
            <a:ext cx="2640076" cy="1270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800" b="0" i="0">
                <a:latin typeface="Arial"/>
                <a:solidFill>
                  <a:srgbClr val="808080"/>
                </a:solidFill>
              </a:rPr>
              <a:t>Footnote 1: Verified against ISO 32000-1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Pritish Borkar</dc:creator>
  <cp:lastModifiedBy>Pritish Borkar</cp:lastModifiedBy>
  <cp:revision>1</cp:revision>
  <dcterms:created xsi:type="dcterms:W3CDTF">2026-10-21T19:21:59Z</dcterms:created>
  <dcterms:modified xsi:type="dcterms:W3CDTF">2026-10-21T19:21:59Z</dcterms:modified>
</cp:coreProperties>
</file>