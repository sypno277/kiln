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10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  <Relationship Id="rId102" Type="http://schemas.openxmlformats.org/officeDocument/2006/relationships/slide" Target="slides/slide2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3" data-pipeline-marker="batch0_proven"/>
          <p:cNvSpPr txBox="1"/>
          <p:nvPr/>
        </p:nvSpPr>
        <p:spPr>
          <a:xfrm>
            <a:off x="508000" y="406400"/>
            <a:ext cx="6387846" cy="279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2000" b="1" i="0">
                <a:solidFill>
                  <a:srgbClr val="1A264C"/>
                </a:solidFill>
                <a:latin typeface="Arial"/>
                <a:ea typeface="Arial"/>
                <a:cs typeface="Arial"/>
              </a:rPr>
              <a:t>Batch 4 Color Fidelity and Schema Audit Document</a:t>
            </a:r>
          </a:p>
        </p:txBody>
      </p:sp>
      <p:sp>
        <p:nvSpPr>
          <p:cNvPr id="3" name="Item 4" data-pipeline-marker="batch0_proven"/>
          <p:cNvSpPr txBox="1"/>
          <p:nvPr/>
        </p:nvSpPr>
        <p:spPr>
          <a:xfrm>
            <a:off x="508000" y="939800"/>
            <a:ext cx="4506227" cy="1905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30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1. Security Verification Notice (DeviceRGB Red Color Space)</a:t>
            </a:r>
          </a:p>
        </p:txBody>
      </p:sp>
      <p:sp>
        <p:nvSpPr>
          <p:cNvPr id="4" name="Item 5" data-pipeline-marker="batch0_proven"/>
          <p:cNvSpPr txBox="1"/>
          <p:nvPr/>
        </p:nvSpPr>
        <p:spPr>
          <a:xfrm>
            <a:off x="508000" y="1358900"/>
            <a:ext cx="5230114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E01C47"/>
                </a:solidFill>
                <a:latin typeface="Arial"/>
                <a:ea typeface="Arial"/>
                <a:cs typeface="Arial"/>
              </a:rPr>
              <a:t>CRITICAL WARNING: The security parameters for production authorization must be </a:t>
            </a:r>
          </a:p>
        </p:txBody>
      </p:sp>
      <p:sp>
        <p:nvSpPr>
          <p:cNvPr id="5" name="Item 6" data-pipeline-marker="batch0_proven"/>
          <p:cNvSpPr txBox="1"/>
          <p:nvPr/>
        </p:nvSpPr>
        <p:spPr>
          <a:xfrm>
            <a:off x="508000" y="1587500"/>
            <a:ext cx="5146802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E01C47"/>
                </a:solidFill>
                <a:latin typeface="Arial"/>
                <a:ea typeface="Arial"/>
                <a:cs typeface="Arial"/>
              </a:rPr>
              <a:t>verified immediately by compliance engineers before session tokens expire today.</a:t>
            </a:r>
          </a:p>
        </p:txBody>
      </p:sp>
      <p:sp>
        <p:nvSpPr>
          <p:cNvPr id="6" name="Item 7" data-pipeline-marker="batch0_proven"/>
          <p:cNvSpPr txBox="1"/>
          <p:nvPr/>
        </p:nvSpPr>
        <p:spPr>
          <a:xfrm>
            <a:off x="508000" y="1816100"/>
            <a:ext cx="4963160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E01C47"/>
                </a:solidFill>
                <a:latin typeface="Arial"/>
                <a:ea typeface="Arial"/>
                <a:cs typeface="Arial"/>
              </a:rPr>
              <a:t>Immediate revocation of all unencrypted API credentials is mandated across all  </a:t>
            </a:r>
          </a:p>
        </p:txBody>
      </p:sp>
      <p:sp>
        <p:nvSpPr>
          <p:cNvPr id="7" name="Item 8" data-pipeline-marker="batch0_proven"/>
          <p:cNvSpPr txBox="1"/>
          <p:nvPr/>
        </p:nvSpPr>
        <p:spPr>
          <a:xfrm>
            <a:off x="508000" y="2044700"/>
            <a:ext cx="5224145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E01C47"/>
                </a:solidFill>
                <a:latin typeface="Arial"/>
                <a:ea typeface="Arial"/>
                <a:cs typeface="Arial"/>
              </a:rPr>
              <a:t>active development nodes to prevent unauthorized secondary access to databases. </a:t>
            </a:r>
          </a:p>
        </p:txBody>
      </p:sp>
      <p:sp>
        <p:nvSpPr>
          <p:cNvPr id="8" name="Item 9" data-pipeline-marker="batch0_proven"/>
          <p:cNvSpPr txBox="1"/>
          <p:nvPr/>
        </p:nvSpPr>
        <p:spPr>
          <a:xfrm>
            <a:off x="508000" y="2273300"/>
            <a:ext cx="4899025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E01C47"/>
                </a:solidFill>
                <a:latin typeface="Arial"/>
                <a:ea typeface="Arial"/>
                <a:cs typeface="Arial"/>
              </a:rPr>
              <a:t>Ensure TLS configurations are enforced on every outbound network interface. </a:t>
            </a:r>
          </a:p>
        </p:txBody>
      </p:sp>
      <p:sp>
        <p:nvSpPr>
          <p:cNvPr id="9" name="Item 10" data-pipeline-marker="batch0_proven"/>
          <p:cNvSpPr txBox="1"/>
          <p:nvPr/>
        </p:nvSpPr>
        <p:spPr>
          <a:xfrm>
            <a:off x="508000" y="2679700"/>
            <a:ext cx="5610479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2173AB"/>
                </a:solidFill>
                <a:latin typeface="Arial"/>
                <a:ea typeface="Arial"/>
                <a:cs typeface="Arial"/>
              </a:rPr>
              <a:t>This standard paragraph is rendered using an authentic DeviceCMYK color space definition.</a:t>
            </a:r>
          </a:p>
        </p:txBody>
      </p:sp>
      <p:sp>
        <p:nvSpPr>
          <p:cNvPr id="10" name="Item 11" data-pipeline-marker="batch0_proven"/>
          <p:cNvSpPr txBox="1"/>
          <p:nvPr/>
        </p:nvSpPr>
        <p:spPr>
          <a:xfrm>
            <a:off x="508000" y="2933700"/>
            <a:ext cx="4699432" cy="168275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This paragraph is rendered using an authentic DeviceGray neutral tone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3" data-pipeline-marker="batch0_proven"/>
          <p:cNvSpPr txBox="1"/>
          <p:nvPr/>
        </p:nvSpPr>
        <p:spPr>
          <a:xfrm>
            <a:off x="508000" y="431800"/>
            <a:ext cx="5690718" cy="2540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800" b="1" i="0">
                <a:solidFill>
                  <a:srgbClr val="1A264C"/>
                </a:solidFill>
                <a:latin typeface="Arial"/>
                <a:ea typeface="Arial"/>
                <a:cs typeface="Arial"/>
              </a:rPr>
              <a:t>2. Compliance Protocols &amp; Audit Findings (Page 2)</a:t>
            </a:r>
          </a:p>
        </p:txBody>
      </p:sp>
      <p:sp>
        <p:nvSpPr>
          <p:cNvPr id="3" name="Item 4" data-pipeline-marker="batch0_proven"/>
          <p:cNvSpPr txBox="1"/>
          <p:nvPr/>
        </p:nvSpPr>
        <p:spPr>
          <a:xfrm>
            <a:off x="508000" y="977900"/>
            <a:ext cx="5576443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E01C47"/>
                </a:solidFill>
                <a:latin typeface="Arial"/>
                <a:ea typeface="Arial"/>
                <a:cs typeface="Arial"/>
              </a:rPr>
              <a:t>PROTOCOL BREACH ALERT: The secondary audit team discovered unauthorized access  </a:t>
            </a:r>
          </a:p>
        </p:txBody>
      </p:sp>
      <p:sp>
        <p:nvSpPr>
          <p:cNvPr id="4" name="Item 5" data-pipeline-marker="batch0_proven"/>
          <p:cNvSpPr txBox="1"/>
          <p:nvPr/>
        </p:nvSpPr>
        <p:spPr>
          <a:xfrm>
            <a:off x="508000" y="1206500"/>
            <a:ext cx="5061331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E01C47"/>
                </a:solidFill>
                <a:latin typeface="Arial"/>
                <a:ea typeface="Arial"/>
                <a:cs typeface="Arial"/>
              </a:rPr>
              <a:t>attempts directed toward the cryptographic key cluster during routine diagnostic</a:t>
            </a:r>
          </a:p>
        </p:txBody>
      </p:sp>
      <p:sp>
        <p:nvSpPr>
          <p:cNvPr id="5" name="Item 6" data-pipeline-marker="batch0_proven"/>
          <p:cNvSpPr txBox="1"/>
          <p:nvPr/>
        </p:nvSpPr>
        <p:spPr>
          <a:xfrm>
            <a:off x="508000" y="1435100"/>
            <a:ext cx="5294630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E01C47"/>
                </a:solidFill>
                <a:latin typeface="Arial"/>
                <a:ea typeface="Arial"/>
                <a:cs typeface="Arial"/>
              </a:rPr>
              <a:t>maintenance windows yesterday evening. Remediation protocols have been initiated</a:t>
            </a:r>
          </a:p>
        </p:txBody>
      </p:sp>
      <p:sp>
        <p:nvSpPr>
          <p:cNvPr id="6" name="Item 7" data-pipeline-marker="batch0_proven"/>
          <p:cNvSpPr txBox="1"/>
          <p:nvPr/>
        </p:nvSpPr>
        <p:spPr>
          <a:xfrm>
            <a:off x="508000" y="1663700"/>
            <a:ext cx="4758309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E01C47"/>
                </a:solidFill>
                <a:latin typeface="Arial"/>
                <a:ea typeface="Arial"/>
                <a:cs typeface="Arial"/>
              </a:rPr>
              <a:t>across all operational regions to isolate affected endpoints and review logs.   </a:t>
            </a:r>
          </a:p>
        </p:txBody>
      </p:sp>
      <p:sp>
        <p:nvSpPr>
          <p:cNvPr id="7" name="Item 8" data-pipeline-marker="batch0_proven"/>
          <p:cNvSpPr txBox="1"/>
          <p:nvPr/>
        </p:nvSpPr>
        <p:spPr>
          <a:xfrm>
            <a:off x="508000" y="1892300"/>
            <a:ext cx="5026279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E01C47"/>
                </a:solidFill>
                <a:latin typeface="Arial"/>
                <a:ea typeface="Arial"/>
                <a:cs typeface="Arial"/>
              </a:rPr>
              <a:t>Zero deviations from the security framework are permitted under federal statute.</a:t>
            </a:r>
          </a:p>
        </p:txBody>
      </p:sp>
      <p:sp>
        <p:nvSpPr>
          <p:cNvPr id="8" name="Item 9" data-pipeline-marker="batch0_proven"/>
          <p:cNvSpPr txBox="1"/>
          <p:nvPr/>
        </p:nvSpPr>
        <p:spPr>
          <a:xfrm>
            <a:off x="508000" y="2362200"/>
            <a:ext cx="6281496" cy="168275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All secondary systems have completed automated diagnostic routines without encountering unhandled exceptions.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Pritish Borkar</dc:creator>
  <cp:lastModifiedBy>Pritish Borkar</cp:lastModifiedBy>
  <cp:revision>1</cp:revision>
  <dcterms:created xsi:type="dcterms:W3CDTF">2026-10-21T19:21:59Z</dcterms:created>
  <dcterms:modified xsi:type="dcterms:W3CDTF">2026-10-21T19:21:59Z</dcterms:modified>
</cp:coreProperties>
</file>