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F1DD5-0CAD-B20A-4453-DD1709AE5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75EBC-85D6-5867-1834-A50201ACA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2D1B1-1369-3860-0480-BD555575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7ADF9-99B8-9D2C-ABDC-D160B4835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76CF2-5607-FA4F-A6D2-251C0EC1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87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1DC52-8B39-B87E-6321-0E75A61A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99E3A-9EC8-4EDB-A9B4-B7AE403D2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FFE82-B7D0-8CCA-7239-B3C0BFE32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D0CB1-C28A-1EA4-75DA-F1690B11B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9FA09-B3A3-059E-6EB6-D6973ABB8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16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645F-08FE-83D1-E9B7-30A46692B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EC557-5974-9D58-153F-47A63E95C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848F0-AE00-F07C-2FCB-A3A3BE12B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CE0B0-3402-E558-EB18-54D766E55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D9ABF-5579-31CA-E68B-2FBA691E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79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4AAD-38FC-D8F2-1BD8-DF172CD08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33BC8-2159-F7DE-1D64-71DE88E5C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822D5-7E8E-BD02-1F2E-32628790C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65710-043F-F650-7E9A-E6592C884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6AD5E-7583-7B23-7727-16162E97F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C21AA-24B7-D708-4FA8-8BD5C6684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58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BAC2-A1BA-73C4-01A9-4055C7384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324E6-E398-7696-BF96-754873B48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9C9E1-9787-0912-6FA7-376D67C3D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2FBDE-9B81-D193-FF96-1792B2C47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FCFED2-CD1F-F169-8DF8-78AB96C34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9D82B-AEAE-7D7C-2DBA-D7E9371C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6AC4F9-1C86-A7A2-5F80-89E4DD44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2918D-EAEF-06F2-9988-658F0427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64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57FE-162B-3479-236C-4E9F27B9F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142CD-8FC0-82EA-44D2-6374378D1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B238F-B71C-FCA5-CC94-B02E766FB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D18BE0-8CA3-EF90-6217-2798E62F2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530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02817-24E8-2A2E-133F-7EA42034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A5ED1-14EC-F716-536E-1504CAA9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A853E-F1C7-1F43-3FA0-12765FB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83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EB94E-3480-8323-25B9-67B46EA21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C196F-42B2-6D39-993D-4AF060EC2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0FDF2-5EDC-C3C8-8E55-2943619B7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963CD-2A24-42EE-D906-F8EE8081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BE7F3-E279-5433-A357-55E05ACC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40F5E-C592-9710-7ED0-19E6DA618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3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E14EB-A835-1A13-7709-5C349C60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ECBFC1-F506-A9C2-AD3B-C7E026B88E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7F148-B96A-FA51-B7B1-84A9D53F1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86CFE-F660-3AC4-6B00-9C1575F54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5DB72-EE54-F3AC-AB6B-318DE3FE9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55661-ED84-3D54-3E70-027B9F743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263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6873-9778-8CCF-BFA4-121C3FE9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08292-8192-9AAA-BCC7-6C377915B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92E68-41EB-F3A6-F025-F22070992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A90A9-B227-14EE-AACC-C10836B84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6B16F-F7FA-BF76-65A5-76D4624E6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59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0F521D-B6EF-9DC9-3EC6-8D23545AF6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01AD1-44C3-EF03-76D6-EA4CAFF8D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389F2-FD7A-CF5A-86FB-9D5FC911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6D6BC-493E-B4DA-3305-BEEB9A0E6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79F50-FA2A-3F5B-7C49-38F6228D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26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DC6E37-2D43-72B1-04EE-66065B46F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49538-7A10-16A8-6A5B-0ED70DEDD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9A440-5032-F8BA-AF4C-DB16A17636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0D7EA-0DA8-2A6F-9773-F729991D4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491D9-99B7-CF40-24D5-9A27A4904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14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  <Relationship Id="rIdImg1_1" Type="http://schemas.openxmlformats.org/officeDocument/2006/relationships/image" Target="../media/image_1_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_p0_1"/>
          <p:cNvPicPr>
            <a:picLocks noChangeAspect="1"/>
          </p:cNvPicPr>
          <p:nvPr/>
        </p:nvPicPr>
        <p:blipFill>
          <a:blip r:embed="rIdImg1_1"/>
          <a:stretch>
            <a:fillRect/>
          </a:stretch>
        </p:blipFill>
        <p:spPr>
          <a:xfrm>
            <a:off x="508000" y="3200400"/>
            <a:ext cx="1270000" cy="508000"/>
          </a:xfrm>
          <a:prstGeom prst="rect">
            <a:avLst/>
          </a:prstGeom>
        </p:spPr>
      </p:pic>
      <p:cxnSp>
        <p:nvCxnSpPr>
          <p:cNvPr id="3" name="Line 3"/>
          <p:cNvCxnSpPr/>
          <p:nvPr/>
        </p:nvCxnSpPr>
        <p:spPr>
          <a:xfrm>
            <a:off x="914400" y="6451600"/>
            <a:ext cx="12700" cy="12700"/>
          </a:xfrm>
          <a:prstGeom prst="line">
            <a:avLst/>
          </a:prstGeom>
          <a:ln w="12700">
            <a:solidFill>
              <a:srgbClr val="1A1A1A"/>
            </a:solidFill>
          </a:ln>
        </p:spPr>
      </p:cxnSp>
      <p:cxnSp>
        <p:nvCxnSpPr>
          <p:cNvPr id="4" name="Line 4"/>
          <p:cNvCxnSpPr/>
          <p:nvPr/>
        </p:nvCxnSpPr>
        <p:spPr>
          <a:xfrm>
            <a:off x="787400" y="6527800"/>
            <a:ext cx="12700" cy="12700"/>
          </a:xfrm>
          <a:prstGeom prst="line">
            <a:avLst/>
          </a:prstGeom>
          <a:ln w="12700">
            <a:solidFill>
              <a:srgbClr val="1A1A1A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838200" y="6654800"/>
            <a:ext cx="12700" cy="12700"/>
          </a:xfrm>
          <a:prstGeom prst="line">
            <a:avLst/>
          </a:prstGeom>
          <a:ln w="12700">
            <a:solidFill>
              <a:srgbClr val="1A1A1A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889000" y="6273800"/>
            <a:ext cx="12700" cy="12700"/>
          </a:xfrm>
          <a:prstGeom prst="line">
            <a:avLst/>
          </a:prstGeom>
          <a:ln w="12700">
            <a:solidFill>
              <a:srgbClr val="1A1A1A"/>
            </a:solidFill>
          </a:ln>
        </p:spPr>
      </p:cxnSp>
      <p:sp>
        <p:nvSpPr>
          <p:cNvPr id="7" name="Item 8" data-pipeline-marker="batch0_proven"/>
          <p:cNvSpPr txBox="1"/>
          <p:nvPr/>
        </p:nvSpPr>
        <p:spPr>
          <a:xfrm>
            <a:off x="508000" y="381000"/>
            <a:ext cx="5456225" cy="3048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2200" b="1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Regression Prevention Audit Document</a:t>
            </a:r>
          </a:p>
        </p:txBody>
      </p:sp>
      <p:sp>
        <p:nvSpPr>
          <p:cNvPr id="8" name="Item 9" data-pipeline-marker="batch0_proven"/>
          <p:cNvSpPr txBox="1"/>
          <p:nvPr/>
        </p:nvSpPr>
        <p:spPr>
          <a:xfrm>
            <a:off x="508000" y="914400"/>
            <a:ext cx="3670046" cy="2159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500" b="0" i="0">
                <a:solidFill>
                  <a:srgbClr val="26334C"/>
                </a:solidFill>
                <a:latin typeface="Times New Roman"/>
                <a:ea typeface="Times New Roman"/>
                <a:cs typeface="Times New Roman"/>
              </a:rPr>
              <a:t>Section Header in Times Roman Serif Family</a:t>
            </a:r>
          </a:p>
        </p:txBody>
      </p:sp>
      <p:sp>
        <p:nvSpPr>
          <p:cNvPr id="9" name="Item 10" data-pipeline-marker="batch0_proven"/>
          <p:cNvSpPr txBox="1"/>
          <p:nvPr/>
        </p:nvSpPr>
        <p:spPr>
          <a:xfrm>
            <a:off x="635000" y="1562100"/>
            <a:ext cx="4004462" cy="1651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1" i="0">
                <a:solidFill>
                  <a:srgbClr val="E01C47"/>
                </a:solidFill>
                <a:highlight>
                  <a:srgbClr val="FCF08A"/>
                </a:highlight>
                <a:latin typeface="Arial"/>
                <a:ea typeface="Arial"/>
                <a:cs typeface="Arial"/>
              </a:rPr>
              <a:t>ALERT: Important highlighted notice with red styling text.</a:t>
            </a:r>
          </a:p>
        </p:txBody>
      </p:sp>
      <p:sp>
        <p:nvSpPr>
          <p:cNvPr id="10" name="Item 11" data-pipeline-marker="batch0_proven"/>
          <p:cNvSpPr txBox="1"/>
          <p:nvPr/>
        </p:nvSpPr>
        <p:spPr>
          <a:xfrm>
            <a:off x="508000" y="2133600"/>
            <a:ext cx="2220900" cy="2032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400" b="1" i="0">
                <a:solidFill>
                  <a:srgbClr val="0D1A66"/>
                </a:solidFill>
                <a:latin typeface="Arial"/>
                <a:ea typeface="Arial"/>
                <a:cs typeface="Arial"/>
              </a:rPr>
              <a:t>Math Formula: </a:t>
            </a:r>
            <a:r>
              <a:rPr lang="en-US" sz="1400" b="0" i="0">
                <a:solidFill>
                  <a:srgbClr val="0D1A66"/>
                </a:solidFill>
                <a:latin typeface="Symbol"/>
                <a:ea typeface="Symbol"/>
                <a:cs typeface="Symbol"/>
              </a:rPr>
              <a:t>α + β = ∑</a:t>
            </a:r>
          </a:p>
        </p:txBody>
      </p:sp>
      <p:sp>
        <p:nvSpPr>
          <p:cNvPr id="11" name="Item 12" data-pipeline-marker="batch0_proven"/>
          <p:cNvSpPr txBox="1"/>
          <p:nvPr/>
        </p:nvSpPr>
        <p:spPr>
          <a:xfrm>
            <a:off x="508000" y="2667000"/>
            <a:ext cx="2354478" cy="1778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2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H</a:t>
            </a:r>
            <a:r>
              <a:rPr lang="en-US" sz="800" b="0" i="0" baseline="-33333">
                <a:solidFill>
                  <a:srgbClr val="1A1A1A"/>
                </a:solidFill>
                <a:latin typeface="Arial"/>
                <a:ea typeface="Arial"/>
                <a:cs typeface="Arial"/>
              </a:rPr>
              <a:t>2</a:t>
            </a:r>
            <a:r>
              <a:rPr lang="en-US" sz="12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O and CO</a:t>
            </a:r>
            <a:r>
              <a:rPr lang="en-US" sz="800" b="0" i="0" baseline="-33333">
                <a:solidFill>
                  <a:srgbClr val="1A1A1A"/>
                </a:solidFill>
                <a:latin typeface="Arial"/>
                <a:ea typeface="Arial"/>
                <a:cs typeface="Arial"/>
              </a:rPr>
              <a:t>2</a:t>
            </a:r>
            <a:r>
              <a:rPr lang="en-US" sz="1200" b="0" i="0">
                <a:solidFill>
                  <a:srgbClr val="1A1A1A"/>
                </a:solidFill>
                <a:latin typeface="Arial"/>
                <a:ea typeface="Arial"/>
                <a:cs typeface="Arial"/>
              </a:rPr>
              <a:t> Aqueous Solution</a:t>
            </a:r>
          </a:p>
        </p:txBody>
      </p:sp>
      <p:sp>
        <p:nvSpPr>
          <p:cNvPr id="12" name="Item 13" data-pipeline-marker="batch0_proven"/>
          <p:cNvSpPr txBox="1"/>
          <p:nvPr/>
        </p:nvSpPr>
        <p:spPr>
          <a:xfrm>
            <a:off x="508000" y="4076700"/>
            <a:ext cx="5109210" cy="1651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This paragraph represents a continuous multi-line paragraph block across multiple lines.</a:t>
            </a:r>
          </a:p>
        </p:txBody>
      </p:sp>
      <p:sp>
        <p:nvSpPr>
          <p:cNvPr id="13" name="Item 14" data-pipeline-marker="batch0_proven"/>
          <p:cNvSpPr txBox="1"/>
          <p:nvPr/>
        </p:nvSpPr>
        <p:spPr>
          <a:xfrm>
            <a:off x="508000" y="4305300"/>
            <a:ext cx="4942408" cy="1651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It maintains precise paragraph geometry, font metrics, line height and text alignment.</a:t>
            </a:r>
          </a:p>
        </p:txBody>
      </p:sp>
      <p:sp>
        <p:nvSpPr>
          <p:cNvPr id="14" name="Item 15" data-pipeline-marker="batch0_proven"/>
          <p:cNvSpPr txBox="1"/>
          <p:nvPr/>
        </p:nvSpPr>
        <p:spPr>
          <a:xfrm>
            <a:off x="508000" y="4533900"/>
            <a:ext cx="4984598" cy="1651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Every character and attribute is preserved end-to-end through the conversion pipeline.</a:t>
            </a:r>
          </a:p>
        </p:txBody>
      </p:sp>
      <p:sp>
        <p:nvSpPr>
          <p:cNvPr id="15" name="Item 16" data-pipeline-marker="batch0_proven"/>
          <p:cNvSpPr txBox="1"/>
          <p:nvPr/>
        </p:nvSpPr>
        <p:spPr>
          <a:xfrm>
            <a:off x="508000" y="5029200"/>
            <a:ext cx="3813353" cy="1651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Key Principle: Zero regressions in style or geometry allowed.</a:t>
            </a:r>
          </a:p>
        </p:txBody>
      </p:sp>
      <p:sp>
        <p:nvSpPr>
          <p:cNvPr id="16" name="Item 17" data-pipeline-marker="batch0_proven"/>
          <p:cNvSpPr txBox="1"/>
          <p:nvPr/>
        </p:nvSpPr>
        <p:spPr>
          <a:xfrm>
            <a:off x="508000" y="5473700"/>
            <a:ext cx="3869512" cy="1651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257EBB"/>
                </a:solidFill>
                <a:latin typeface="Arial"/>
                <a:ea typeface="Arial"/>
                <a:cs typeface="Arial"/>
              </a:rPr>
              <a:t>DeviceCMYK Technical Note: Calibration parameter = 0.84.</a:t>
            </a:r>
          </a:p>
        </p:txBody>
      </p:sp>
      <p:sp>
        <p:nvSpPr>
          <p:cNvPr id="17" name="Item 18" data-pipeline-marker="batch0_proven"/>
          <p:cNvSpPr txBox="1"/>
          <p:nvPr/>
        </p:nvSpPr>
        <p:spPr>
          <a:xfrm>
            <a:off x="508000" y="5867400"/>
            <a:ext cx="2985135" cy="1524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000" b="0" i="0">
                <a:solidFill>
                  <a:srgbClr val="808080"/>
                </a:solidFill>
                <a:latin typeface="Times New Roman"/>
                <a:ea typeface="Times New Roman"/>
                <a:cs typeface="Times New Roman"/>
              </a:rPr>
              <a:t>DeviceGray Footnote: Mid-tone neutral reference tone.</a:t>
            </a:r>
          </a:p>
        </p:txBody>
      </p:sp>
      <p:sp>
        <p:nvSpPr>
          <p:cNvPr id="18" name="Item 19" data-pipeline-marker="batch0_proven"/>
          <p:cNvSpPr txBox="1"/>
          <p:nvPr/>
        </p:nvSpPr>
        <p:spPr>
          <a:xfrm>
            <a:off x="952500" y="6261100"/>
            <a:ext cx="472707" cy="1397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2GM</a:t>
            </a:r>
          </a:p>
        </p:txBody>
      </p:sp>
      <p:sp>
        <p:nvSpPr>
          <p:cNvPr id="19" name="Item 20" data-pipeline-marker="batch0_proven"/>
          <p:cNvSpPr txBox="1"/>
          <p:nvPr/>
        </p:nvSpPr>
        <p:spPr>
          <a:xfrm>
            <a:off x="508000" y="6324600"/>
            <a:ext cx="412496" cy="177800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400" b="1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v = </a:t>
            </a:r>
          </a:p>
        </p:txBody>
      </p:sp>
      <p:sp>
        <p:nvSpPr>
          <p:cNvPr id="20" name="Item 21" data-pipeline-marker="batch0_proven"/>
          <p:cNvSpPr txBox="1"/>
          <p:nvPr/>
        </p:nvSpPr>
        <p:spPr>
          <a:xfrm>
            <a:off x="1079500" y="6489700"/>
            <a:ext cx="270980" cy="168275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594829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Pritish Borkar</dc:creator>
  <cp:lastModifiedBy>Pritish Borkar</cp:lastModifiedBy>
  <cp:revision>1</cp:revision>
  <dcterms:created xsi:type="dcterms:W3CDTF">2026-10-21T19:21:59Z</dcterms:created>
  <dcterms:modified xsi:type="dcterms:W3CDTF">2026-10-21T19:21:59Z</dcterms:modified>
</cp:coreProperties>
</file>