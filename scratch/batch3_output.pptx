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  <Relationship Id="rIdImg1_1" Type="http://schemas.openxmlformats.org/officeDocument/2006/relationships/image" Target="../media/image_1_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_p0_1"/>
          <p:cNvPicPr>
            <a:picLocks noChangeAspect="1"/>
          </p:cNvPicPr>
          <p:nvPr/>
        </p:nvPicPr>
        <p:blipFill>
          <a:blip r:embed="rIdImg1_1"/>
          <a:stretch>
            <a:fillRect/>
          </a:stretch>
        </p:blipFill>
        <p:spPr>
          <a:xfrm>
            <a:off x="914400" y="1536700"/>
            <a:ext cx="2832100" cy="393700"/>
          </a:xfrm>
          <a:prstGeom prst="rect">
            <a:avLst/>
          </a:prstGeom>
        </p:spPr>
      </p:pic>
      <p:sp>
        <p:nvSpPr>
          <p:cNvPr id="3" name="Item 4" data-pipeline-marker="batch0_proven"/>
          <p:cNvSpPr txBox="1"/>
          <p:nvPr/>
        </p:nvSpPr>
        <p:spPr>
          <a:xfrm>
            <a:off x="685800" y="533400"/>
            <a:ext cx="5752846" cy="279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2000" b="1" i="0">
                <a:solidFill>
                  <a:srgbClr val="1A2640"/>
                </a:solidFill>
                <a:latin typeface="Arial"/>
                <a:ea typeface="Arial"/>
                <a:cs typeface="Arial"/>
              </a:rPr>
              <a:t>Scientific Calculation &amp; Formula Fidelity Audit</a:t>
            </a:r>
          </a:p>
        </p:txBody>
      </p:sp>
      <p:sp>
        <p:nvSpPr>
          <p:cNvPr id="4" name="Item 5" data-pipeline-marker="batch0_proven"/>
          <p:cNvSpPr txBox="1"/>
          <p:nvPr/>
        </p:nvSpPr>
        <p:spPr>
          <a:xfrm>
            <a:off x="685800" y="1092200"/>
            <a:ext cx="6008738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governing integral formulation for non-equilibrium transport is given by equation (1) below:</a:t>
            </a:r>
          </a:p>
        </p:txBody>
      </p:sp>
      <p:sp>
        <p:nvSpPr>
          <p:cNvPr id="5" name="Item 6" data-pipeline-marker="batch0_proven"/>
          <p:cNvSpPr txBox="1"/>
          <p:nvPr/>
        </p:nvSpPr>
        <p:spPr>
          <a:xfrm>
            <a:off x="685800" y="2235200"/>
            <a:ext cx="5946292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Where f(x) converges asymptotically as t approaches infinity for all positive parameter values.</a:t>
            </a:r>
          </a:p>
        </p:txBody>
      </p:sp>
      <p:sp>
        <p:nvSpPr>
          <p:cNvPr id="6" name="Item 7" data-pipeline-marker="batch0_proven"/>
          <p:cNvSpPr txBox="1"/>
          <p:nvPr/>
        </p:nvSpPr>
        <p:spPr>
          <a:xfrm>
            <a:off x="685800" y="2628900"/>
            <a:ext cx="5379847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4C4C4C"/>
                </a:solidFill>
                <a:latin typeface="Arial"/>
                <a:ea typeface="Arial"/>
                <a:cs typeface="Arial"/>
              </a:rPr>
              <a:t>Equation image preservation requires exact relationship registration and correct EMU extent.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Pritish Borkar</dc:creator>
  <cp:lastModifiedBy>Pritish Borkar</cp:lastModifiedBy>
  <cp:revision>1</cp:revision>
  <dcterms:created xsi:type="dcterms:W3CDTF">2026-10-21T19:21:59Z</dcterms:created>
  <dcterms:modified xsi:type="dcterms:W3CDTF">2026-10-21T19:21:59Z</dcterms:modified>
</cp:coreProperties>
</file>