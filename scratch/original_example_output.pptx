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 data-pipeline-marker="batch0_proven"/>
          <p:cNvSpPr txBox="1"/>
          <p:nvPr/>
        </p:nvSpPr>
        <p:spPr>
          <a:xfrm>
            <a:off x="457200" y="431800"/>
            <a:ext cx="4788662" cy="2540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800" b="1" i="0">
                <a:solidFill>
                  <a:srgbClr val="1440A6"/>
                </a:solidFill>
                <a:latin typeface="Arial"/>
                <a:ea typeface="Arial"/>
                <a:cs typeface="Arial"/>
              </a:rPr>
              <a:t>Original Test: US Letter Portrait Document</a:t>
            </a:r>
          </a:p>
        </p:txBody>
      </p:sp>
      <p:sp>
        <p:nvSpPr>
          <p:cNvPr id="3" name="Item 4" data-pipeline-marker="batch0_proven"/>
          <p:cNvSpPr txBox="1"/>
          <p:nvPr/>
        </p:nvSpPr>
        <p:spPr>
          <a:xfrm>
            <a:off x="457200" y="939800"/>
            <a:ext cx="3150591" cy="1905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300" b="1" i="0">
                <a:solidFill>
                  <a:srgbClr val="26262E"/>
                </a:solidFill>
                <a:latin typeface="Arial"/>
                <a:ea typeface="Arial"/>
                <a:cs typeface="Arial"/>
              </a:rPr>
              <a:t>1. Executive Overview &amp; Methodology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457200" y="1219200"/>
            <a:ext cx="4758423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This sample verifies geometry fidelity when converting portrait documents.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609600" y="1816100"/>
            <a:ext cx="4983620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80660D"/>
                </a:solidFill>
                <a:latin typeface="Arial"/>
                <a:ea typeface="Arial"/>
                <a:cs typeface="Arial"/>
              </a:rPr>
              <a:t>Key Rule: Canvas dimensions are derived from source, never templates.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635000" y="2425700"/>
            <a:ext cx="3233318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Item Alpha: Target Revenue = $1,250,000 (Met)</a:t>
            </a:r>
          </a:p>
        </p:txBody>
      </p:sp>
      <p:sp>
        <p:nvSpPr>
          <p:cNvPr id="7" name="Item 8" data-pipeline-marker="batch0_proven"/>
          <p:cNvSpPr txBox="1"/>
          <p:nvPr/>
        </p:nvSpPr>
        <p:spPr>
          <a:xfrm>
            <a:off x="635000" y="2679700"/>
            <a:ext cx="3038856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Item Beta: System Parity = 100.0% (Verified)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635000" y="3060700"/>
            <a:ext cx="2876944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1">
                <a:solidFill>
                  <a:srgbClr val="1A664C"/>
                </a:solidFill>
                <a:latin typeface="Arial"/>
                <a:ea typeface="Arial"/>
                <a:cs typeface="Arial"/>
              </a:rPr>
              <a:t>Formula: E = mc^2  |  f(x) = alpha * x + beta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